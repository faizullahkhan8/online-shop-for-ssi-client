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7c21b742cc4db9" /><Relationship Type="http://schemas.openxmlformats.org/officeDocument/2006/relationships/extended-properties" Target="/docProps/app.xml" Id="Rb9df9d9f98f74076" /><Relationship Type="http://schemas.openxmlformats.org/officeDocument/2006/relationships/officeDocument" Target="/ppt/presentation.xml" Id="R70285733c68c44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ecf254d244776"/>
  </p:sldMasterIdLst>
  <p:notesMasterIdLst>
    <p:notesMasterId xmlns:r="http://schemas.openxmlformats.org/officeDocument/2006/relationships" r:id="R6022ad7d3792418a"/>
  </p:notesMasterIdLst>
  <p:sldIdLst>
    <p:sldId xmlns:r="http://schemas.openxmlformats.org/officeDocument/2006/relationships" id="256" r:id="R0e0c5d053c8f4487"/>
    <p:sldId xmlns:r="http://schemas.openxmlformats.org/officeDocument/2006/relationships" id="257" r:id="R6dccba6b08a44e2f"/>
    <p:sldId xmlns:r="http://schemas.openxmlformats.org/officeDocument/2006/relationships" id="258" r:id="R8becc855aee94afc"/>
    <p:sldId xmlns:r="http://schemas.openxmlformats.org/officeDocument/2006/relationships" id="259" r:id="R4edea09902ea47bd"/>
    <p:sldId xmlns:r="http://schemas.openxmlformats.org/officeDocument/2006/relationships" id="260" r:id="R43d11228b8c143f4"/>
    <p:sldId xmlns:r="http://schemas.openxmlformats.org/officeDocument/2006/relationships" id="261" r:id="Re2b601296a3f4b4d"/>
    <p:sldId xmlns:r="http://schemas.openxmlformats.org/officeDocument/2006/relationships" id="262" r:id="R82cb2cd4830f488a"/>
    <p:sldId xmlns:r="http://schemas.openxmlformats.org/officeDocument/2006/relationships" id="263" r:id="R1330d713acb84c97"/>
    <p:sldId xmlns:r="http://schemas.openxmlformats.org/officeDocument/2006/relationships" id="264" r:id="R56b7fc4a911243cc"/>
    <p:sldId xmlns:r="http://schemas.openxmlformats.org/officeDocument/2006/relationships" id="265" r:id="R2674282ac0de4565"/>
    <p:sldId xmlns:r="http://schemas.openxmlformats.org/officeDocument/2006/relationships" id="266" r:id="R3b5f01009f5f4fcc"/>
    <p:sldId xmlns:r="http://schemas.openxmlformats.org/officeDocument/2006/relationships" id="267" r:id="R03e6eef0658949af"/>
    <p:sldId xmlns:r="http://schemas.openxmlformats.org/officeDocument/2006/relationships" id="268" r:id="R657fe7b5dca84a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c80dfc564a4c80" /><Relationship Type="http://schemas.openxmlformats.org/officeDocument/2006/relationships/slideMaster" Target="/ppt/slideMasters/slideMaster1.xml" Id="Refdecf254d244776" /><Relationship Type="http://schemas.openxmlformats.org/officeDocument/2006/relationships/notesMaster" Target="/ppt/notesMasters/notesMaster1.xml" Id="R6022ad7d3792418a" /><Relationship Type="http://schemas.openxmlformats.org/officeDocument/2006/relationships/presProps" Target="/ppt/presProps.xml" Id="Raec526f1f4be44ff" /><Relationship Type="http://schemas.openxmlformats.org/officeDocument/2006/relationships/tableStyles" Target="/ppt/tableStyles.xml" Id="Rae59b0be3b334429" /><Relationship Type="http://schemas.openxmlformats.org/officeDocument/2006/relationships/slide" Target="/ppt/slides/slide1.xml" Id="R0e0c5d053c8f4487" /><Relationship Type="http://schemas.openxmlformats.org/officeDocument/2006/relationships/slide" Target="/ppt/slides/slide2.xml" Id="R6dccba6b08a44e2f" /><Relationship Type="http://schemas.openxmlformats.org/officeDocument/2006/relationships/slide" Target="/ppt/slides/slide3.xml" Id="R8becc855aee94afc" /><Relationship Type="http://schemas.openxmlformats.org/officeDocument/2006/relationships/slide" Target="/ppt/slides/slide4.xml" Id="R4edea09902ea47bd" /><Relationship Type="http://schemas.openxmlformats.org/officeDocument/2006/relationships/slide" Target="/ppt/slides/slide5.xml" Id="R43d11228b8c143f4" /><Relationship Type="http://schemas.openxmlformats.org/officeDocument/2006/relationships/slide" Target="/ppt/slides/slide6.xml" Id="Re2b601296a3f4b4d" /><Relationship Type="http://schemas.openxmlformats.org/officeDocument/2006/relationships/slide" Target="/ppt/slides/slide7.xml" Id="R82cb2cd4830f488a" /><Relationship Type="http://schemas.openxmlformats.org/officeDocument/2006/relationships/slide" Target="/ppt/slides/slide8.xml" Id="R1330d713acb84c97" /><Relationship Type="http://schemas.openxmlformats.org/officeDocument/2006/relationships/slide" Target="/ppt/slides/slide9.xml" Id="R56b7fc4a911243cc" /><Relationship Type="http://schemas.openxmlformats.org/officeDocument/2006/relationships/slide" Target="/ppt/slides/slide10.xml" Id="R2674282ac0de4565" /><Relationship Type="http://schemas.openxmlformats.org/officeDocument/2006/relationships/slide" Target="/ppt/slides/slide11.xml" Id="R3b5f01009f5f4fcc" /><Relationship Type="http://schemas.openxmlformats.org/officeDocument/2006/relationships/slide" Target="/ppt/slides/slide12.xml" Id="R03e6eef0658949af" /><Relationship Type="http://schemas.openxmlformats.org/officeDocument/2006/relationships/slide" Target="/ppt/slides/slide13.xml" Id="R657fe7b5dca84a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4683ac35ae48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7d8d2e0aa450f" /><Relationship Type="http://schemas.openxmlformats.org/officeDocument/2006/relationships/notesMaster" Target="/ppt/notesMasters/notesMaster1.xml" Id="Rb2e308c7db9042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b85903ae5c44fc" /><Relationship Type="http://schemas.openxmlformats.org/officeDocument/2006/relationships/notesMaster" Target="/ppt/notesMasters/notesMaster1.xml" Id="Rc764bcdee9fd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6742fdcf944127" /><Relationship Type="http://schemas.openxmlformats.org/officeDocument/2006/relationships/notesMaster" Target="/ppt/notesMasters/notesMaster1.xml" Id="R5ab7c486de7042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761ea27fdd4314" /><Relationship Type="http://schemas.openxmlformats.org/officeDocument/2006/relationships/notesMaster" Target="/ppt/notesMasters/notesMaster1.xml" Id="Rbb76e237f19b41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5cf8fd8c884242" /><Relationship Type="http://schemas.openxmlformats.org/officeDocument/2006/relationships/notesMaster" Target="/ppt/notesMasters/notesMaster1.xml" Id="Rfa696dda5bbe48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e72a5eaeb14379" /><Relationship Type="http://schemas.openxmlformats.org/officeDocument/2006/relationships/notesMaster" Target="/ppt/notesMasters/notesMaster1.xml" Id="R4a3bc7f94ed94b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6af2560a5b4016" /><Relationship Type="http://schemas.openxmlformats.org/officeDocument/2006/relationships/notesMaster" Target="/ppt/notesMasters/notesMaster1.xml" Id="R45ff0110e8f645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4f6221b89a4de8" /><Relationship Type="http://schemas.openxmlformats.org/officeDocument/2006/relationships/notesMaster" Target="/ppt/notesMasters/notesMaster1.xml" Id="R334cc23e660f49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48e6d5e024435a" /><Relationship Type="http://schemas.openxmlformats.org/officeDocument/2006/relationships/notesMaster" Target="/ppt/notesMasters/notesMaster1.xml" Id="R64d7a6b4060c4f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fa3cfc67244c46" /><Relationship Type="http://schemas.openxmlformats.org/officeDocument/2006/relationships/notesMaster" Target="/ppt/notesMasters/notesMaster1.xml" Id="R8c4d3fe1b2774c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03e27b05bf4ccb" /><Relationship Type="http://schemas.openxmlformats.org/officeDocument/2006/relationships/notesMaster" Target="/ppt/notesMasters/notesMaster1.xml" Id="Rfae3004949274c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3218485b1644ba" /><Relationship Type="http://schemas.openxmlformats.org/officeDocument/2006/relationships/notesMaster" Target="/ppt/notesMasters/notesMaster1.xml" Id="R4e3e5e7190e547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b9d7d745b14a92" /><Relationship Type="http://schemas.openxmlformats.org/officeDocument/2006/relationships/notesMaster" Target="/ppt/notesMasters/notesMaster1.xml" Id="Rc6d49f5bce50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E:/Online-Shop-for-SSI-Client/frontend/src/Pages/HomePage.jsx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E:/Online-Shop-for-SSI-Client/frontend/src/App.jsx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E:/Online-Shop-for-SSI-Client/backend/controllers/product.controller.js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frontend/src/Pages/ProductListPage.jsx; backend/controllers/review.controller.js. The product API supports category, price, product type, and vendor filters. The current public listing explicitly submits search and page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E:/Online-Shop-for-SSI-Client/backend/controllers/user.controller.js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E:/Online-Shop-for-SSI-Client/frontend/src/Pages/CheckoutPage.jsx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source: frontend/src/store/slices/cartSlice.js. Checkout provides a COD fallback when configured methods are unavailable. Payment selection does not establish online payment processing.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E:/Online-Shop-for-SSI-Client/backend/controllers/order.controller.js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E:/Online-Shop-for-SSI-Client/backend/controllers/prescription.controller.js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source: backend/routers/prescription.router.js. Optional authentication permits guest uploads. Prescription submission is a separate workflow from the standard product checkout.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E:/Online-Shop-for-SSI-Client/backend/models/product.model.js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backend/controllers/order.controller.js; frontend/src/Pages/Admin/VendorsListPage.jsx; frontend/src/Pages/Admin/UsersListPage.jsx.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E:/Online-Shop-for-SSI-Client/backend/controllers/order.controller.js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backend/config/socket.js; backend/utils/smsService.js. Dashboard totalSales sums stored order grand totals and should not be interpreted as confirmed collected revenue. External SMS delivery requires a configured gateway.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E:/Online-Shop-for-SSI-Client/backend/models/settings.model.js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backend/models/promotion.model.js; frontend/src/Pages/CheckoutPage.jsx.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E:/Online-Shop-for-SSI-Client/frontend/src/Pages/Admin/HomePageBuilderPage.jsx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backend/models/homePage.model.js; frontend/src/Pages/Admin/MenuBuilderPage.jsx; frontend/src/Pages/Admin/StaffTreeBuilderPage.jsx. The homepage builder also includes testimonials, brands, custom HTML, spacing, and other configurable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E:/Online-Shop-for-SSI-Client/frontend/package.json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backend/package.json; backend/config/localDb.js; frontend/src/api/apiClient.js. The app also uses Redux Persist, Recharts, lazy-loaded routes, reusable components, and centralized error handling.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E:/Online-Shop-for-SSI-Client/backend/routers/promotion.router.js</a:t>
            </a:r>
          </a:p>
          <a:p xmlns:a="http://schemas.openxmlformats.org/drawingml/2006/main">
            <a:r>
              <a:t>Application source review dated 17 October 2026. Live workflows and external integrations have not been tested.</a:t>
            </a:r>
          </a:p>
          <a:p xmlns:a="http://schemas.openxmlformats.org/drawingml/2006/main">
            <a:r>
              <a:t>Additional sources: frontend/src/App.jsx (Messages placeholder); frontend/src/Components/HomeSections/NewsletterSection.jsx (submit only prevents default); frontend/src/Pages/CheckoutPage.jsx (payment selection). These are review observations and proposed priorities, not completed fixes.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cf541f1c049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3f718fcbe42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b3ee32b994d7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302ced8c843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45d15881744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6abbeca404e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DA45EC-3168-4B56-8662-C36C62D7D4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70F2613-FC5F-4F55-B885-7EBDAFB162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B2AB737-39B4-4B30-9DA7-45E426548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16EB29-EB8F-47B6-A9D1-67B4FBF41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2D7533-FA0B-4C35-800C-EEDED2F4D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90C740-C337-4422-BD7B-BE1FF134A7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F267B2-10F4-48B6-AA9B-A038572619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351759-51C9-4417-A0C6-D6F845E083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7066F8-0A0E-4BAD-9044-E68C832A6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15E4D3-4868-4362-8CFE-C930126AC2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7219ce29e544d1" /><Relationship Type="http://schemas.openxmlformats.org/officeDocument/2006/relationships/slideLayout" Target="/ppt/slideLayouts/slideLayout1.xml" Id="R20f048e6da0342b3" /><Relationship Type="http://schemas.openxmlformats.org/officeDocument/2006/relationships/slideLayout" Target="/ppt/slideLayouts/slideLayout2.xml" Id="Rb5c0a20e1e3b4ea4" /><Relationship Type="http://schemas.openxmlformats.org/officeDocument/2006/relationships/slideLayout" Target="/ppt/slideLayouts/slideLayout3.xml" Id="R094493cf597f439a" /><Relationship Type="http://schemas.openxmlformats.org/officeDocument/2006/relationships/slideLayout" Target="/ppt/slideLayouts/slideLayout4.xml" Id="R783f5dd64e7a464d" /><Relationship Type="http://schemas.openxmlformats.org/officeDocument/2006/relationships/slideLayout" Target="/ppt/slideLayouts/slideLayout5.xml" Id="Re39e7015ab95491a" /><Relationship Type="http://schemas.openxmlformats.org/officeDocument/2006/relationships/slideLayout" Target="/ppt/slideLayouts/slideLayout6.xml" Id="R13778e69df884c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f048e6da0342b3"/>
    <p:sldLayoutId xmlns:r="http://schemas.openxmlformats.org/officeDocument/2006/relationships" id="2147483650" r:id="Rb5c0a20e1e3b4ea4"/>
    <p:sldLayoutId xmlns:r="http://schemas.openxmlformats.org/officeDocument/2006/relationships" id="2147483651" r:id="R094493cf597f439a"/>
    <p:sldLayoutId xmlns:r="http://schemas.openxmlformats.org/officeDocument/2006/relationships" id="2147483652" r:id="R783f5dd64e7a464d"/>
    <p:sldLayoutId xmlns:r="http://schemas.openxmlformats.org/officeDocument/2006/relationships" id="2147483653" r:id="Re39e7015ab95491a"/>
    <p:sldLayoutId xmlns:r="http://schemas.openxmlformats.org/officeDocument/2006/relationships" id="2147483654" r:id="R13778e69df884c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72cf05ab14b3b" /><Relationship Type="http://schemas.openxmlformats.org/officeDocument/2006/relationships/image" Target="/ppt/media/image.png" Id="Ra954b84fb2a14081" /><Relationship Type="http://schemas.openxmlformats.org/officeDocument/2006/relationships/notesSlide" Target="/ppt/notesSlides/notesSlide1.xml" Id="R2c8e6bd95f1049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156eed0464057" /><Relationship Type="http://schemas.openxmlformats.org/officeDocument/2006/relationships/notesSlide" Target="/ppt/notesSlides/notesSlide2.xml" Id="Rf92c5b06899c45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9841e5cf7940c8" /><Relationship Type="http://schemas.openxmlformats.org/officeDocument/2006/relationships/notesSlide" Target="/ppt/notesSlides/notesSlide3.xml" Id="R4570064b8c9445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069bee354d4ebd" /><Relationship Type="http://schemas.openxmlformats.org/officeDocument/2006/relationships/notesSlide" Target="/ppt/notesSlides/notesSlide4.xml" Id="R891b64166a1a45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a28a2ec094050" /><Relationship Type="http://schemas.openxmlformats.org/officeDocument/2006/relationships/notesSlide" Target="/ppt/notesSlides/notesSlide5.xml" Id="Rbe3fbd2c236f4b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28d5dfd294f0c" /><Relationship Type="http://schemas.openxmlformats.org/officeDocument/2006/relationships/notesSlide" Target="/ppt/notesSlides/notesSlide6.xml" Id="R9c03efbac1d847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5c11da9e7f496d" /><Relationship Type="http://schemas.openxmlformats.org/officeDocument/2006/relationships/notesSlide" Target="/ppt/notesSlides/notesSlide7.xml" Id="R1872d29996a14d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782caae684258" /><Relationship Type="http://schemas.openxmlformats.org/officeDocument/2006/relationships/notesSlide" Target="/ppt/notesSlides/notesSlide8.xml" Id="R12080e3324204b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1c92afd98497c" /><Relationship Type="http://schemas.openxmlformats.org/officeDocument/2006/relationships/notesSlide" Target="/ppt/notesSlides/notesSlide9.xml" Id="R418d9b2696884e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7d07ec92d4a0a" /><Relationship Type="http://schemas.openxmlformats.org/officeDocument/2006/relationships/notesSlide" Target="/ppt/notesSlides/notesSlide10.xml" Id="Ra56d2822d05c45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f417316524850" /><Relationship Type="http://schemas.openxmlformats.org/officeDocument/2006/relationships/notesSlide" Target="/ppt/notesSlides/notesSlide11.xml" Id="Re4545c01fbdb4d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9d4c895ed4fd0" /><Relationship Type="http://schemas.openxmlformats.org/officeDocument/2006/relationships/notesSlide" Target="/ppt/notesSlides/notesSlide12.xml" Id="Rf38c5c514bea48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c8c1afadb4f94" /><Relationship Type="http://schemas.openxmlformats.org/officeDocument/2006/relationships/notesSlide" Target="/ppt/notesSlides/notesSlide13.xml" Id="R9d44d6cf5b7446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EDA84-E8B8-499D-9869-2EEDCE93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Zada Pharmacy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8F14C-B669-4529-9292-6BF66D31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AC430-60D0-4F8D-BB18-1A28AE3F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Website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7BF19-D053-4259-849C-59965033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6191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728"/>
                </a:solidFill>
                <a:latin typeface="Arial"/>
                <a:ea typeface="Arial"/>
                <a:cs typeface="Arial"/>
              </a:rPr>
              <a:t>Online shopping and prescription submissions</a:t>
            </a:r>
          </a:p>
          <a:p xmlns:a="http://schemas.openxmlformats.org/drawingml/2006/main">
            <a:pPr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728"/>
                </a:solidFill>
                <a:latin typeface="Arial"/>
                <a:ea typeface="Arial"/>
                <a:cs typeface="Arial"/>
              </a:rPr>
              <a:t>with a connected store administration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08F0C-9EDA-409E-8059-4A1C0D86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18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DCCD9-D925-4D40-8014-4CF8F5E095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4b84fb2a14081"/>
          <a:stretch xmlns:a="http://schemas.openxmlformats.org/drawingml/2006/main"/>
        </p:blipFill>
        <p:spPr>
          <a:xfrm xmlns:a="http://schemas.openxmlformats.org/drawingml/2006/main">
            <a:off x="8120743" y="2047875"/>
            <a:ext cx="2999014" cy="2762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B98F1A-B037-4D45-9855-5C70A82A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Website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EDD7B-47D1-4721-BAFB-A56151D2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1AB15-65B3-4946-AC9F-975FD98C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Customer website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ED9AA-8F3B-42C3-A339-12D23351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Product browsing and shopping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Accounts, addresses, and wishlists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Order history and cancellations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Prescription image submissions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7DCE0-045C-4993-B4AF-E1D2A1F4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Store administration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49189-5385-47B0-B652-69A728EA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Products, stock, and vendors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Order and prescription processing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Promotions and delivery settings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Homepage and navigation editing</a:t>
            </a:r>
          </a:p>
        </p:txBody>
      </p:sp>
    </p:spTree>
    <p:extLst>
      <p:ext uri="{BB962C8B-B14F-4D97-AF65-F5344CB8AC3E}">
        <p14:creationId xmlns:p14="http://schemas.microsoft.com/office/powerpoint/2010/main" val="15041167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4A427-666A-412F-826A-8AEF366F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Product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D3910-5A9C-41EA-9AB2-BA1F6FF6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3D485-97D1-4DBF-BD35-504E5AC6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Search products with paginated results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Switch between product grid and list views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View images, descriptions, prices, and stock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Read ratings and customer reviews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See promotional prices and flash deals</a:t>
            </a:r>
          </a:p>
        </p:txBody>
      </p:sp>
    </p:spTree>
    <p:extLst>
      <p:ext uri="{BB962C8B-B14F-4D97-AF65-F5344CB8AC3E}">
        <p14:creationId xmlns:p14="http://schemas.microsoft.com/office/powerpoint/2010/main" val="1285610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940EE-22DA-4193-BAE5-C6234571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Customer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580EF-1683-4CC2-92CC-466A1964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4C57D-8BDF-43AB-B9F6-BF923ED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Registration and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1FC26-D294-4656-943D-FFABB885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Phone verification through SMS OTP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Login with email or phone and password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JWT cookies with token refresh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6FFBC-6363-4947-B2DD-0041C019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Personal information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12382-D784-43F8-8546-86E1A209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Profile details and avatar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Saved delivery addresses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Product wishlist</a:t>
            </a:r>
          </a:p>
        </p:txBody>
      </p:sp>
    </p:spTree>
    <p:extLst>
      <p:ext uri="{BB962C8B-B14F-4D97-AF65-F5344CB8AC3E}">
        <p14:creationId xmlns:p14="http://schemas.microsoft.com/office/powerpoint/2010/main" val="773703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623AE-CD2B-447A-B4A8-A740C27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Cart and checkout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C4BD8-0CB8-4CE3-ABA2-056D64AC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9556B-F59B-4665-A07C-63E3D00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Add products and adjust quantities within stock limits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Select specific cart items for checkout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Choose a delivery address and map location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Review product total, tax, and shipping charges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Select a configured payment option</a:t>
            </a:r>
          </a:p>
        </p:txBody>
      </p:sp>
    </p:spTree>
    <p:extLst>
      <p:ext uri="{BB962C8B-B14F-4D97-AF65-F5344CB8AC3E}">
        <p14:creationId xmlns:p14="http://schemas.microsoft.com/office/powerpoint/2010/main" val="6993109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76CC2-ECE8-46DA-BC15-4D84C44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Orders and customer updates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543E5-A070-4505-A4C3-9BA9AAE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81CF4-EFD0-4F94-80A1-E52A731A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Customer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74599-675F-4867-943B-10D06F53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View order history and details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Follow pending, shipped, and delivered statuses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Cancel pending orders with a reason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3228A-8995-4104-BC59-0EBD3644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Store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231FD-07F8-4262-98C2-1FE539D9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Create customer orders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Update fulfillment and payment status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Cancel individual items and restore stock</a:t>
            </a:r>
          </a:p>
        </p:txBody>
      </p:sp>
    </p:spTree>
    <p:extLst>
      <p:ext uri="{BB962C8B-B14F-4D97-AF65-F5344CB8AC3E}">
        <p14:creationId xmlns:p14="http://schemas.microsoft.com/office/powerpoint/2010/main" val="239261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BEB0E-1B3B-466E-9E01-22143C6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Prescription submissions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4E823-D83F-4208-906E-04CA45AB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ED5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ED5B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5B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3413D-CC4F-451B-A03D-EEA25882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a prescription image with contact information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Provide an address and map coordinates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Submit through an API that supports guests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Staff review submissions and add notes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Track pending, processing, completed, or rejected status</a:t>
            </a:r>
          </a:p>
        </p:txBody>
      </p:sp>
    </p:spTree>
    <p:extLst>
      <p:ext uri="{BB962C8B-B14F-4D97-AF65-F5344CB8AC3E}">
        <p14:creationId xmlns:p14="http://schemas.microsoft.com/office/powerpoint/2010/main" val="13997094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53F78-33FA-4BF2-9ED5-25033309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Catalog and inventory administration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48839-666A-4623-A3E9-CF86BB4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9B897-C6B5-4581-ADF7-A66D4A69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Catalog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B9EEE-E039-4467-A94F-C23BCADF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Product creation, editing, and deletion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Multiple product images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Rich-text product detail sections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Categories and subcategories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4082C-E298-48A0-8E69-411A0C74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Inventory and suppliers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FD9AD-6639-46C2-8168-438C2E89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Stock and sold counts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Low-stock and out-of-stock alerts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Vendor records and branding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Customer records and account creation</a:t>
            </a:r>
          </a:p>
        </p:txBody>
      </p:sp>
    </p:spTree>
    <p:extLst>
      <p:ext uri="{BB962C8B-B14F-4D97-AF65-F5344CB8AC3E}">
        <p14:creationId xmlns:p14="http://schemas.microsoft.com/office/powerpoint/2010/main" val="1714922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D1C79D-872F-44DA-BEEA-3085C54A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Dashboard and notifications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70391-F26A-408E-8BEE-6F69FC38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B7DB6-3621-44A5-92D7-35DF81C4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824E9-4A7C-4D80-A594-CE5D13D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Sales and order totals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Product and customer counts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Daily sales and category charts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Order status analysis and date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4AC5A-E59F-4660-A077-518717D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Operational updates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523E7-1DDB-4641-8810-25FFDE8F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Unread order and prescription counts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Socket.IO order and prescription events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SMS order and prescription messages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Editable SMS templates</a:t>
            </a:r>
          </a:p>
        </p:txBody>
      </p:sp>
    </p:spTree>
    <p:extLst>
      <p:ext uri="{BB962C8B-B14F-4D97-AF65-F5344CB8AC3E}">
        <p14:creationId xmlns:p14="http://schemas.microsoft.com/office/powerpoint/2010/main" val="15677124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EDAEC-C43F-4D6C-B50E-D8E37F0F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Promotions and delivery settings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DE76A-4049-4E80-AC52-74090B34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7E97C-16B6-47BD-A897-24F7D40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Promotions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62EEF-7155-4664-A961-A303272D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Flash deals and offers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Percentage or fixed-amount discounts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Scheduled start and end dates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Selected products and promotion statuses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6BCE6-2CA4-451D-B316-E2DFBAE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4F7D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F7D28"/>
                </a:solidFill>
                <a:latin typeface="Arial"/>
                <a:ea typeface="Arial"/>
                <a:cs typeface="Arial"/>
              </a:rPr>
              <a:t>Checkout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85CF5-4CB9-4A6F-8046-649683BF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95300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Tax and payment method information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Flat, distance, percentage, or city fees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Delivery overrides by order value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195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173728"/>
                </a:solidFill>
                <a:latin typeface="Arial"/>
                <a:ea typeface="Arial"/>
                <a:cs typeface="Arial"/>
              </a:rPr>
              <a:t>Store location for distance calculation</a:t>
            </a:r>
          </a:p>
        </p:txBody>
      </p:sp>
    </p:spTree>
    <p:extLst>
      <p:ext uri="{BB962C8B-B14F-4D97-AF65-F5344CB8AC3E}">
        <p14:creationId xmlns:p14="http://schemas.microsoft.com/office/powerpoint/2010/main" val="13412999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38461-A8DD-4F12-84C8-9FB1B519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Website content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D76F-EC1B-47EA-ACE9-B37B89B1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C42A9-9390-4768-9B76-E69ACFFD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Edit the homepage with a live preview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Add, reorder, hide, or remove content sections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Customize text, images, colors, buttons, and links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Manage hero slides, product grids, banners, and FAQs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75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73728"/>
                </a:solidFill>
                <a:latin typeface="Arial"/>
                <a:ea typeface="Arial"/>
                <a:cs typeface="Arial"/>
              </a:rPr>
              <a:t>Build nested navigation and a public staff hierarchy</a:t>
            </a:r>
          </a:p>
        </p:txBody>
      </p:sp>
    </p:spTree>
    <p:extLst>
      <p:ext uri="{BB962C8B-B14F-4D97-AF65-F5344CB8AC3E}">
        <p14:creationId xmlns:p14="http://schemas.microsoft.com/office/powerpoint/2010/main" val="245980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3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E7F82-C3EC-45CB-BE48-7A07CC1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59AD0-D321-45A9-9B0B-86E3E75B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ED5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ED5B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ED5B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8BE02-F113-4BB6-8C64-B6A2EC82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ED5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ED5B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D5B2"/>
                </a:solidFill>
                <a:latin typeface="Arial"/>
                <a:ea typeface="Arial"/>
                <a:cs typeface="Arial"/>
              </a:rPr>
              <a:t>Customer and admin interface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955D1-3CAE-4E16-8629-2FC36A4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React 19, Vite, Tailwind CSS, React Router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Redux Toolkit, TanStack Query, Axios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48270-E33A-48CF-A5A7-F746B99A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BED5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ED5B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ED5B2"/>
                </a:solidFill>
                <a:latin typeface="Arial"/>
                <a:ea typeface="Arial"/>
                <a:cs typeface="Arial"/>
              </a:rPr>
              <a:t>API and persistence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9A71D-0122-4AFC-9CED-34466F9F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Node.js and Express with MongoDB and Mongoose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ImageKit uploads, Leaflet maps, Socket.IO, and SMS</a:t>
            </a:r>
          </a:p>
        </p:txBody>
      </p:sp>
    </p:spTree>
    <p:extLst>
      <p:ext uri="{BB962C8B-B14F-4D97-AF65-F5344CB8AC3E}">
        <p14:creationId xmlns:p14="http://schemas.microsoft.com/office/powerpoint/2010/main" val="3629446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0B6AC-E6BD-44E6-88E7-D4D73EF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728"/>
                </a:solidFill>
                <a:latin typeface="Arial"/>
                <a:ea typeface="Arial"/>
                <a:cs typeface="Arial"/>
              </a:rPr>
              <a:t>Current limitations and next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636FB-01A5-44BF-81AC-A565A59F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35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35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FE55F-F7C0-4D6C-B3EE-A3B4E405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06680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0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728"/>
                </a:solidFill>
                <a:latin typeface="Arial"/>
                <a:ea typeface="Arial"/>
                <a:cs typeface="Arial"/>
              </a:rPr>
              <a:t>Protect promotion management APIs with admin authorization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0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728"/>
                </a:solidFill>
                <a:latin typeface="Arial"/>
                <a:ea typeface="Arial"/>
                <a:cs typeface="Arial"/>
              </a:rPr>
              <a:t>Complete the Messages page and newsletter integration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0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728"/>
                </a:solidFill>
                <a:latin typeface="Arial"/>
                <a:ea typeface="Arial"/>
                <a:cs typeface="Arial"/>
              </a:rPr>
              <a:t>Integrate a payment processor if online payments are required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0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728"/>
                </a:solidFill>
                <a:latin typeface="Arial"/>
                <a:ea typeface="Arial"/>
                <a:cs typeface="Arial"/>
              </a:rPr>
              <a:t>Update the README to match the current implementation</a:t>
            </a:r>
          </a:p>
          <a:p xmlns:a="http://schemas.openxmlformats.org/drawingml/2006/main">
            <a:pPr marL="254000" indent="-127000">
              <a:spcAft>
                <a:spcPts val="1700"/>
              </a:spcAft>
              <a:buChar char="•"/>
              <a:defRPr sz="2100" b="0">
                <a:solidFill>
                  <a:srgbClr val="173728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3728"/>
                </a:solidFill>
                <a:latin typeface="Arial"/>
                <a:ea typeface="Arial"/>
                <a:cs typeface="Arial"/>
              </a:rPr>
              <a:t>Verify live workflows and external integrations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1989696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2026-10-18T07:05:05.6710000Z</dcterms:created>
  <dcterms:modified xsi:type="dcterms:W3CDTF">2026-10-18T07:05:05.6710000Z</dcterms:modified>
</coreProperties>
</file>